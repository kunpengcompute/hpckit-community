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683" r:id="rId3"/>
  </p:sldMasterIdLst>
  <p:notesMasterIdLst>
    <p:notesMasterId r:id="rId8"/>
  </p:notesMasterIdLst>
  <p:handoutMasterIdLst>
    <p:handoutMasterId r:id="rId9"/>
  </p:handoutMasterIdLst>
  <p:sldIdLst>
    <p:sldId id="281" r:id="rId4"/>
    <p:sldId id="257" r:id="rId5"/>
    <p:sldId id="259" r:id="rId6"/>
    <p:sldId id="280" r:id="rId7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9002F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162" d="100"/>
          <a:sy n="162" d="100"/>
        </p:scale>
        <p:origin x="264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94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26" name="Picture 2" descr="Kunpeng Compute Team Blog">
            <a:extLst>
              <a:ext uri="{FF2B5EF4-FFF2-40B4-BE49-F238E27FC236}">
                <a16:creationId xmlns:a16="http://schemas.microsoft.com/office/drawing/2014/main" id="{BCE47E2F-0483-4238-9DAF-884340C4BB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616" y="5967046"/>
            <a:ext cx="1295414" cy="50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unpeng Compute Team Blog">
            <a:extLst>
              <a:ext uri="{FF2B5EF4-FFF2-40B4-BE49-F238E27FC236}">
                <a16:creationId xmlns:a16="http://schemas.microsoft.com/office/drawing/2014/main" id="{B3BC18C0-61DE-405F-8B46-931F44A352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616" y="5967046"/>
            <a:ext cx="1295414" cy="50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2" descr="Kunpeng Compute Team Blog">
            <a:extLst>
              <a:ext uri="{FF2B5EF4-FFF2-40B4-BE49-F238E27FC236}">
                <a16:creationId xmlns:a16="http://schemas.microsoft.com/office/drawing/2014/main" id="{AD42FB2E-22EA-44A4-A2E1-39B28E4925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616" y="5967046"/>
            <a:ext cx="1295414" cy="50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5BF6C-B9D4-4691-B62F-8BA41EFE3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996" y="907092"/>
            <a:ext cx="6559809" cy="690255"/>
          </a:xfrm>
        </p:spPr>
        <p:txBody>
          <a:bodyPr anchor="ctr">
            <a:normAutofit/>
          </a:bodyPr>
          <a:lstStyle/>
          <a:p>
            <a:r>
              <a:rPr lang="en-US" altLang="zh-CN" sz="3600" b="1"/>
              <a:t>HPCKit</a:t>
            </a:r>
            <a:r>
              <a:rPr lang="zh-CN" altLang="en-US" sz="3600" b="1"/>
              <a:t>社区</a:t>
            </a:r>
            <a:r>
              <a:rPr lang="en-US" altLang="zh-CN" sz="3600" b="1"/>
              <a:t>PPT</a:t>
            </a:r>
            <a:r>
              <a:rPr lang="zh-CN" altLang="en-US" sz="3600" b="1"/>
              <a:t>模板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A85CAC-B51B-41D5-A390-6EB7911F64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FD4B80-7996-4A06-ADA3-9F5C1679393F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83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49454" y="2601035"/>
            <a:ext cx="3380868" cy="83574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zh-CN" altLang="en-US" sz="4800" kern="0" dirty="0">
                <a:solidFill>
                  <a:srgbClr val="DDDDDD">
                    <a:lumMod val="50000"/>
                  </a:srgbClr>
                </a:solidFill>
                <a:latin typeface="微软雅黑" panose="020B0503020204020204" pitchFamily="34" charset="-122"/>
                <a:ea typeface="微软雅黑"/>
                <a:sym typeface="微软雅黑" panose="020B0503020204020204" pitchFamily="34" charset="-122"/>
              </a:rPr>
              <a:t>目录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5160077" y="1818831"/>
            <a:ext cx="4483260" cy="2769071"/>
            <a:chOff x="7422109" y="3690364"/>
            <a:chExt cx="972161" cy="1385114"/>
          </a:xfrm>
        </p:grpSpPr>
        <p:sp>
          <p:nvSpPr>
            <p:cNvPr id="12" name="矩形 11"/>
            <p:cNvSpPr/>
            <p:nvPr/>
          </p:nvSpPr>
          <p:spPr>
            <a:xfrm>
              <a:off x="7422109" y="3690364"/>
              <a:ext cx="972161" cy="29816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chemeClr val="tx1">
                      <a:lumMod val="10000"/>
                      <a:lumOff val="90000"/>
                    </a:schemeClr>
                  </a:solidFill>
                  <a:latin typeface="微软雅黑" panose="020B0503020204020204" pitchFamily="34" charset="-122"/>
                  <a:ea typeface="微软雅黑"/>
                </a:rPr>
                <a:t>Part 1 XXXX</a:t>
              </a:r>
              <a:endParaRPr lang="zh-CN" altLang="en-US" sz="2400" kern="0" dirty="0">
                <a:solidFill>
                  <a:schemeClr val="tx1">
                    <a:lumMod val="10000"/>
                    <a:lumOff val="90000"/>
                  </a:schemeClr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422109" y="4265654"/>
              <a:ext cx="972161" cy="29602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>
                <a:defRPr/>
              </a:pPr>
              <a:r>
                <a:rPr lang="en-US" altLang="zh-CN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Part 2 XXXX</a:t>
              </a:r>
              <a:endParaRPr lang="zh-CN" altLang="en-US" sz="2400" kern="0" dirty="0">
                <a:solidFill>
                  <a:srgbClr val="FFFFFF">
                    <a:lumMod val="75000"/>
                  </a:srgbClr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422109" y="4781599"/>
              <a:ext cx="972161" cy="29387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Part 3 XXXX</a:t>
              </a:r>
              <a:endParaRPr lang="zh-CN" altLang="en-US" sz="2400" kern="0" dirty="0">
                <a:solidFill>
                  <a:srgbClr val="FFFFFF">
                    <a:lumMod val="75000"/>
                  </a:srgbClr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</p:grpSp>
      <p:cxnSp>
        <p:nvCxnSpPr>
          <p:cNvPr id="15" name="í$ľidè"/>
          <p:cNvCxnSpPr/>
          <p:nvPr/>
        </p:nvCxnSpPr>
        <p:spPr>
          <a:xfrm>
            <a:off x="3958653" y="1890393"/>
            <a:ext cx="0" cy="2769071"/>
          </a:xfrm>
          <a:prstGeom prst="line">
            <a:avLst/>
          </a:prstGeom>
          <a:solidFill>
            <a:srgbClr val="FFCC00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文本框 16"/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"/>
          <p:cNvSpPr txBox="1"/>
          <p:nvPr/>
        </p:nvSpPr>
        <p:spPr>
          <a:xfrm>
            <a:off x="731997" y="326391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标题模板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XXXXX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E55B3A-5BE5-4848-BB73-652BEE77ADD8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25B7877-E896-4917-8A80-B9C78F9E1792}"/>
              </a:ext>
            </a:extLst>
          </p:cNvPr>
          <p:cNvSpPr txBox="1"/>
          <p:nvPr/>
        </p:nvSpPr>
        <p:spPr>
          <a:xfrm>
            <a:off x="622582" y="6130455"/>
            <a:ext cx="3286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等线 Light (标题)"/>
                <a:ea typeface="+mj-ea"/>
                <a:cs typeface="Arial" panose="02080604020202020204" pitchFamily="34" charset="0"/>
              </a:rPr>
              <a:t>https://atomgit.com/kunpengcompute/hpckit-community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等线 Light (标题)"/>
              <a:ea typeface="+mj-ea"/>
              <a:cs typeface="Arial" panose="0208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32</TotalTime>
  <Words>58</Words>
  <Application>Microsoft Office PowerPoint</Application>
  <PresentationFormat>自定义</PresentationFormat>
  <Paragraphs>13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等线 Light (标题)</vt:lpstr>
      <vt:lpstr>黑体</vt:lpstr>
      <vt:lpstr>Microsoft YaHei</vt:lpstr>
      <vt:lpstr>Microsoft YaHei</vt:lpstr>
      <vt:lpstr>Arial</vt:lpstr>
      <vt:lpstr>Calibri</vt:lpstr>
      <vt:lpstr>封面页_图片版 </vt:lpstr>
      <vt:lpstr>目录页</vt:lpstr>
      <vt:lpstr>结束页</vt:lpstr>
      <vt:lpstr>HPCKit社区PPT模板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zhangyue (F)</dc:creator>
  <cp:lastModifiedBy>zhangyue (F)</cp:lastModifiedBy>
  <cp:revision>15</cp:revision>
  <dcterms:created xsi:type="dcterms:W3CDTF">2020-08-28T08:44:19Z</dcterms:created>
  <dcterms:modified xsi:type="dcterms:W3CDTF">2026-06-02T06:31:29Z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